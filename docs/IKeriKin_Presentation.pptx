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flutter projects/IKeriKin/assets/brandin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02920"/>
            <a:ext cx="6702552" cy="44714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Presentation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371600" y="57150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accessible learning for children with special educational needs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Lorenzo Brent Reed Varca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learns differently.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learning apps don't.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88920"/>
            <a:ext cx="3429000" cy="8229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materials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resources rarely fit a child's disability, interests, or pace.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7889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788920"/>
            <a:ext cx="3429000" cy="82296"/>
          </a:xfrm>
          <a:prstGeom prst="rect">
            <a:avLst/>
          </a:prstGeom>
          <a:solidFill>
            <a:srgbClr val="F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661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spend hours searching for and adapting content for each child.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7889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788920"/>
            <a:ext cx="3429000" cy="82296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behind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5661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ASD, ADHD, dyslexia, Down syndrome, and speech delay need it most.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turns one child profile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full personalized lesson.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1ED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7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disability
</a:t>
            </a:r>
            <a:pPr indent="0" marL="0">
              <a:lnSpc>
                <a:spcPts val="3400"/>
              </a:lnSpc>
              <a:buNone/>
            </a:pPr>
            <a:r>
              <a:rPr lang="en-US" sz="17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&amp; challenges
</a:t>
            </a:r>
            <a:pPr indent="0" marL="0">
              <a:lnSpc>
                <a:spcPts val="3400"/>
              </a:lnSpc>
              <a:buNone/>
            </a:pPr>
            <a:r>
              <a:rPr lang="en-US" sz="17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language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57800" y="3931920"/>
            <a:ext cx="822960" cy="548640"/>
          </a:xfrm>
          <a:prstGeom prst="rightArrow">
            <a:avLst/>
          </a:prstGeom>
          <a:solidFill>
            <a:srgbClr val="FFC24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743200"/>
            <a:ext cx="5074920" cy="3017520"/>
          </a:xfrm>
          <a:prstGeom prst="roundRect">
            <a:avLst>
              <a:gd name="adj" fmla="val 4242"/>
            </a:avLst>
          </a:prstGeom>
          <a:solidFill>
            <a:srgbClr val="FF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GENERATES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429000"/>
            <a:ext cx="4526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story, flashcards, a quiz, memory &amp; matching games, a daily activity, and parent tips — all built around that one child.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APP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starting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goal, a one-tap ‘Continue Learning’ card, and quick access to new lessons, the library, and progress — everything a parent needs from one screen.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6376" y="2075688"/>
            <a:ext cx="9838944" cy="6961442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  <a:effectLst>
            <a:outerShdw sx="100000" sy="100000" kx="0" ky="0" algn="bl" rotWithShape="0" blurRad="152400" dist="50800" dir="5400000">
              <a:srgbClr val="888888">
                <a:alpha val="20000"/>
              </a:srgbClr>
            </a:outerShdw>
          </a:effectLst>
        </p:spPr>
      </p:sp>
      <p:pic>
        <p:nvPicPr>
          <p:cNvPr id="7" name="Image 0" descr="C:/Users/brent/AppData/Local/Temp/claude/c--flutter-projects-IKeriKin/627a6e21-4e60-4ec3-81d6-8d825ed20897/scratchpad/shots/pp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148840"/>
            <a:ext cx="9692640" cy="6815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ways to practice one goal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generates Watch, Story, Cards, Quiz, Memory, Match, and Parents tabs — shown here is Quiz, with one gentle question at a time and a visible path to the 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6376" y="2075688"/>
            <a:ext cx="9838944" cy="6961442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  <a:effectLst>
            <a:outerShdw sx="100000" sy="100000" kx="0" ky="0" algn="bl" rotWithShape="0" blurRad="152400" dist="50800" dir="5400000">
              <a:srgbClr val="888888">
                <a:alpha val="20000"/>
              </a:srgbClr>
            </a:outerShdw>
          </a:effectLst>
        </p:spPr>
      </p:sp>
      <p:pic>
        <p:nvPicPr>
          <p:cNvPr id="7" name="Image 0" descr="C:/Users/brent/AppData/Local/Temp/claude/c--flutter-projects-IKeriKin/627a6e21-4e60-4ec3-81d6-8d825ed20897/scratchpad/shots/ppt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148840"/>
            <a:ext cx="9692640" cy="6815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engagement and accessibility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lessons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Filipino, from one child profile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457200" cy="457200"/>
          </a:xfrm>
          <a:prstGeom prst="ellipse">
            <a:avLst/>
          </a:prstGeom>
          <a:solidFill>
            <a:srgbClr val="FF6FB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Stories, cards &amp; quizzes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memory and matching games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19456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rewards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6676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coins, streaks, and badges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3ED6C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built in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5394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font, high contrast, text-to-speech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438912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17720" y="5394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monthly, and all-time views for parents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438912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983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guidance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66760" y="53949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 ideas and caregiver tips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six platforms,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AI backend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7860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257860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Web, Windows, macOS, Linux — one codebase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FF6FB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51129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+ GoRouter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511296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state and declarative navigation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71416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3ED6C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4398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4443984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database, storage, and realtime sync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404104"/>
            <a:ext cx="128016" cy="74980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37667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+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537667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for lesson content, Runway for animated video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IKeriKin  ·  I Care for Your Kin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today, and where it's headed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Supabase backend — auth, data, storage, edge functions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lesson generation with 7 interactive learning modes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settings: dyslexia font, contrast, text-to-speech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tracking: XP, streaks, badges, weekly/monthly views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▸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schools &amp; SPED centers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▸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language support beyond English &amp; Filipino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▸"/>
            </a:pPr>
            <a:r>
              <a:rPr lang="en-US" sz="1450" dirty="0">
                <a:solidFill>
                  <a:srgbClr val="E3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caregiver insights and recommendations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0" y="5943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IKeriKin</dc:title>
  <dc:subject>PptxGenJS Presentation</dc:subject>
  <dc:creator>Lorenzo Brent Reed Varca</dc:creator>
  <cp:lastModifiedBy>Lorenzo Brent Reed Varca</cp:lastModifiedBy>
  <cp:revision>1</cp:revision>
  <dcterms:created xsi:type="dcterms:W3CDTF">2026-08-26T08:31:35Z</dcterms:created>
  <dcterms:modified xsi:type="dcterms:W3CDTF">2026-08-26T08:31:35Z</dcterms:modified>
</cp:coreProperties>
</file>